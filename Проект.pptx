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BAE412B1-D580-48B4-9C4C-048B38985163}">
          <p14:sldIdLst>
            <p14:sldId id="256"/>
          </p14:sldIdLst>
        </p14:section>
        <p14:section name="Раздел без заголовка" id="{95912E2C-4F7B-46E7-B945-587CD6FC2119}">
          <p14:sldIdLst>
            <p14:sldId id="257"/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9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49ADC1-3ECF-F0FF-D1B8-F82A48F79E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6E59EE8-DF20-F9AB-EAA8-8AD9A74F0E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3C4F8DC-0AF9-6DF7-6F97-A75E8315A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180DF-455C-4586-AB09-7DFEFA8CAE04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679270D-CCBC-A8B0-4163-E9973E48B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863BFA4-EE95-07C6-8801-07BDAAC4E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339DF-92FB-498D-B114-03337E5D97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027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7D725C-4244-24C2-69CA-A590A49F2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3A2F9A-EEC9-3968-A3BA-C334F58F4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32E1496-0EC4-DDAC-8D41-5FCB93866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180DF-455C-4586-AB09-7DFEFA8CAE04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A3AA7D7-D626-629E-B113-FECEC851B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21DB58-AC7C-5D68-A3A2-0C0F45353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339DF-92FB-498D-B114-03337E5D97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6535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4667D4-01CA-BFBE-1928-52D1FC966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C149D17-BDDE-5D09-A888-BD1F6A99FD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0F9A27E-572C-75AA-5E69-B9A50F7CA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180DF-455C-4586-AB09-7DFEFA8CAE04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8AC7941-A9F9-D96B-3C56-C61472A6B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24EE436-9D40-CFAC-1EC5-41F47CC0B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339DF-92FB-498D-B114-03337E5D97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1219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F9B62F-A272-0087-4AEF-70AB9521E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E7107F-BCBF-C7AA-BC7D-DE7D9F442B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2EA0B9D-8B7F-595E-8B13-F96D329BF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F2C5E1C-40EF-0C06-7DFE-58DD3071A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180DF-455C-4586-AB09-7DFEFA8CAE04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839762F-D178-D3A8-95E8-29385BA3E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51A3D0B-1219-2047-4FFB-659A62086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339DF-92FB-498D-B114-03337E5D97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6544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D76054-3776-440C-BDFE-B8B59F8CA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116D673-9E5F-741F-64A7-A9A153F326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16B3FE1-75AC-0BF8-DD50-408A42AF31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A8CB2E4-26AC-8248-762E-45E9D5D9FC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3F2BF58-38E2-2516-AB3F-8D526B920E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C0825F6-E6E2-0F48-F96C-19B394BDB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180DF-455C-4586-AB09-7DFEFA8CAE04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F08529D-83CD-E6E7-8DC2-268B26AA4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505C968-BF9B-C1EF-6F1B-5105BC578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339DF-92FB-498D-B114-03337E5D97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6814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C820EC-4F60-4F7A-42FE-A1B06F09B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EAFF317-9AD0-6BAA-48F1-9ABCF9F43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180DF-455C-4586-AB09-7DFEFA8CAE04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ADB4200-A455-8C8B-7C32-6DB449B64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905E151-5586-14E8-5BA4-9A29BEC6E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339DF-92FB-498D-B114-03337E5D97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2199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3DECE99-5EBD-2BDA-AC38-817A41185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180DF-455C-4586-AB09-7DFEFA8CAE04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2092B51-5CE3-6143-37FB-79280EC2D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B2318E9-29C4-879A-CBB6-106DE0EE9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339DF-92FB-498D-B114-03337E5D97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6223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980AC3-E682-0986-C006-5FCB2B736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4345FF-4247-8E70-3F7C-7643FB32D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F44F877-DBC5-744A-6489-C726E025C9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37085F6-C7AE-D509-65BA-6882F69E6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180DF-455C-4586-AB09-7DFEFA8CAE04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030632D-57AE-62FB-1B9F-3AD2EAA4D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739CF7F-2D26-10DF-119A-A3C80CD2D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339DF-92FB-498D-B114-03337E5D97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6505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84EDFC-B26E-2F06-F72E-A9288BAE4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406CCEE-5AF7-3206-9F38-A625462A1E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5599C11-675A-9328-8F96-1249A8FB30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8D8D270-9354-ABD1-ED23-A31B7E4FF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180DF-455C-4586-AB09-7DFEFA8CAE04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F6C5F62-1706-5D92-4694-958AF7006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7DE5A36-F418-1C84-20B9-BAD2F21A0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339DF-92FB-498D-B114-03337E5D97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2518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53CE3F-7AEE-2333-156F-03F6D08B7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F3C61A2-04D9-3418-F752-B57E00C665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783F6FD-C249-D1EF-9C0A-FC33DF523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180DF-455C-4586-AB09-7DFEFA8CAE04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0AE812-E318-3809-7948-96757110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C551ED9-9E59-0A40-C1C6-C8A2AAFDD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339DF-92FB-498D-B114-03337E5D97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32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B6FCACE-1ADB-08DA-347A-F94459C15D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71B86CD-5113-EB4C-A813-745374AEE0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CE2666-EC3F-676D-7B26-FA1953E2D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180DF-455C-4586-AB09-7DFEFA8CAE04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36D914-AFDD-D9B5-906F-EF253BAAB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2511A5-023E-8A5E-0812-D2D889E73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339DF-92FB-498D-B114-03337E5D97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7476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F4CE6F-2CF8-B923-2151-066778968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4D247EE-D9C7-4B7F-DC78-5FAFAC80C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952D075-20D5-F08C-F412-FE62BD3B3D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B180DF-455C-4586-AB09-7DFEFA8CAE04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B6D53C-FFCA-93ED-0DA0-EAA9107015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02A9C8-8CC7-FE9B-9E70-88EA5156B7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339DF-92FB-498D-B114-03337E5D97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7439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62F0A3-E026-DFB4-7DFB-5ADF19B503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2387600"/>
          </a:xfrm>
        </p:spPr>
        <p:txBody>
          <a:bodyPr/>
          <a:lstStyle/>
          <a:p>
            <a:r>
              <a:rPr lang="ru-RU" dirty="0"/>
              <a:t>Проект</a:t>
            </a:r>
            <a:br>
              <a:rPr lang="ru-RU" dirty="0"/>
            </a:br>
            <a:r>
              <a:rPr lang="en-US" dirty="0"/>
              <a:t>”</a:t>
            </a:r>
            <a:r>
              <a:rPr lang="ru-RU" dirty="0"/>
              <a:t>следи за водокачкой</a:t>
            </a:r>
            <a:r>
              <a:rPr lang="en-US" dirty="0"/>
              <a:t>”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959014-4D3D-C650-0C9B-DC1034B3F4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387600"/>
            <a:ext cx="9144000" cy="4470400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1026" name="Picture 2" descr="Куйбышевская водокачка — Заброшенная насосная станция на берегу Оки">
            <a:extLst>
              <a:ext uri="{FF2B5EF4-FFF2-40B4-BE49-F238E27FC236}">
                <a16:creationId xmlns:a16="http://schemas.microsoft.com/office/drawing/2014/main" id="{F59AF917-48D3-118C-54E4-3AACE75DD3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0" y="0"/>
            <a:ext cx="304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: скругленные противолежащие углы 3">
            <a:hlinkClick r:id="rId3" action="ppaction://hlinksldjump"/>
            <a:extLst>
              <a:ext uri="{FF2B5EF4-FFF2-40B4-BE49-F238E27FC236}">
                <a16:creationId xmlns:a16="http://schemas.microsoft.com/office/drawing/2014/main" id="{D78E3620-B27B-05D4-10B8-D81B6F850D0A}"/>
              </a:ext>
            </a:extLst>
          </p:cNvPr>
          <p:cNvSpPr/>
          <p:nvPr/>
        </p:nvSpPr>
        <p:spPr>
          <a:xfrm>
            <a:off x="2609850" y="3981450"/>
            <a:ext cx="3924300" cy="1282700"/>
          </a:xfrm>
          <a:prstGeom prst="round2DiagRect">
            <a:avLst>
              <a:gd name="adj1" fmla="val 50000"/>
              <a:gd name="adj2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Нажмите для начала</a:t>
            </a:r>
          </a:p>
        </p:txBody>
      </p:sp>
    </p:spTree>
    <p:extLst>
      <p:ext uri="{BB962C8B-B14F-4D97-AF65-F5344CB8AC3E}">
        <p14:creationId xmlns:p14="http://schemas.microsoft.com/office/powerpoint/2010/main" val="185207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AD855F-9FDB-13CE-413A-37B1936F5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Основная информация </a:t>
            </a:r>
            <a:r>
              <a:rPr lang="en-US" dirty="0"/>
              <a:t>&amp;</a:t>
            </a:r>
            <a:r>
              <a:rPr lang="ru-RU" dirty="0"/>
              <a:t> спонсирование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45E733-42EC-E375-90C4-32B8026B2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Основная информация: код на </a:t>
            </a:r>
            <a:r>
              <a:rPr lang="ru-RU" dirty="0" err="1"/>
              <a:t>пайтон</a:t>
            </a:r>
            <a:r>
              <a:rPr lang="ru-RU" dirty="0"/>
              <a:t> для выявлений неисправностей водонасосного оборудования , с возможным </a:t>
            </a:r>
            <a:r>
              <a:rPr lang="ru-RU" dirty="0" err="1"/>
              <a:t>добовлением</a:t>
            </a:r>
            <a:r>
              <a:rPr lang="ru-RU" dirty="0"/>
              <a:t> </a:t>
            </a:r>
            <a:r>
              <a:rPr lang="ru-RU" dirty="0" err="1"/>
              <a:t>ии</a:t>
            </a:r>
            <a:r>
              <a:rPr lang="ru-RU" dirty="0"/>
              <a:t> в дальнейшем.</a:t>
            </a:r>
          </a:p>
          <a:p>
            <a:endParaRPr lang="ru-RU" dirty="0"/>
          </a:p>
          <a:p>
            <a:r>
              <a:rPr lang="ru-RU" dirty="0"/>
              <a:t>Спонсирование:  платный проект для водонапорных компаний</a:t>
            </a:r>
          </a:p>
          <a:p>
            <a:r>
              <a:rPr lang="ru-RU" dirty="0"/>
              <a:t>Цена – примерно 1200?</a:t>
            </a:r>
          </a:p>
        </p:txBody>
      </p:sp>
    </p:spTree>
    <p:extLst>
      <p:ext uri="{BB962C8B-B14F-4D97-AF65-F5344CB8AC3E}">
        <p14:creationId xmlns:p14="http://schemas.microsoft.com/office/powerpoint/2010/main" val="2104035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079B1F-F430-33EF-5087-549D677B4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Возможные аналоги </a:t>
            </a:r>
            <a:r>
              <a:rPr lang="en-US" dirty="0"/>
              <a:t>&amp;</a:t>
            </a:r>
            <a:r>
              <a:rPr lang="ru-RU" dirty="0"/>
              <a:t> схема реализации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B8FF09-13BF-6B89-A2DE-CD2D453CB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Аналогами могут </a:t>
            </a:r>
            <a:r>
              <a:rPr lang="ru-RU" dirty="0" err="1"/>
              <a:t>являтся</a:t>
            </a:r>
            <a:r>
              <a:rPr lang="ru-RU" dirty="0"/>
              <a:t> нейросети от крупных компаний , такие как </a:t>
            </a:r>
            <a:r>
              <a:rPr lang="en-US" dirty="0"/>
              <a:t>Grok , ChatGPT </a:t>
            </a:r>
            <a:r>
              <a:rPr lang="ru-RU" dirty="0"/>
              <a:t>и</a:t>
            </a:r>
            <a:r>
              <a:rPr lang="en-US" dirty="0"/>
              <a:t>  DeepSeek</a:t>
            </a:r>
            <a:endParaRPr lang="ru-RU" dirty="0"/>
          </a:p>
          <a:p>
            <a:r>
              <a:rPr lang="ru-RU" dirty="0"/>
              <a:t>Схема </a:t>
            </a:r>
            <a:r>
              <a:rPr lang="ru-RU" dirty="0" err="1"/>
              <a:t>реалезации</a:t>
            </a:r>
            <a:r>
              <a:rPr lang="ru-RU" dirty="0"/>
              <a:t>:</a:t>
            </a:r>
            <a:endParaRPr lang="en-US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B9D4931-6D78-AFE7-0481-972D3BBEE876}"/>
              </a:ext>
            </a:extLst>
          </p:cNvPr>
          <p:cNvSpPr/>
          <p:nvPr/>
        </p:nvSpPr>
        <p:spPr>
          <a:xfrm>
            <a:off x="0" y="3429000"/>
            <a:ext cx="4029075" cy="3429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1 неделя</a:t>
            </a:r>
          </a:p>
          <a:p>
            <a:pPr algn="ctr"/>
            <a:r>
              <a:rPr lang="ru-RU" dirty="0"/>
              <a:t>Написание примитивного кода</a:t>
            </a:r>
          </a:p>
          <a:p>
            <a:pPr algn="ctr"/>
            <a:r>
              <a:rPr lang="ru-RU" dirty="0"/>
              <a:t>Для выявления явных проблем</a:t>
            </a:r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r>
              <a:rPr lang="ru-RU" dirty="0"/>
              <a:t>Что буду делать</a:t>
            </a:r>
          </a:p>
          <a:p>
            <a:pPr algn="ctr"/>
            <a:r>
              <a:rPr lang="ru-RU" dirty="0"/>
              <a:t>Сидеть писать примитивный код</a:t>
            </a:r>
          </a:p>
          <a:p>
            <a:pPr algn="ctr"/>
            <a:r>
              <a:rPr lang="ru-RU" dirty="0"/>
              <a:t>Искать разные комбинации на разных моделях оборудования</a:t>
            </a:r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8AED500-75F2-75F4-22ED-819B6C9B2C45}"/>
              </a:ext>
            </a:extLst>
          </p:cNvPr>
          <p:cNvSpPr/>
          <p:nvPr/>
        </p:nvSpPr>
        <p:spPr>
          <a:xfrm>
            <a:off x="4029075" y="3429000"/>
            <a:ext cx="4191000" cy="34290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2 неделя</a:t>
            </a:r>
          </a:p>
          <a:p>
            <a:pPr algn="ctr"/>
            <a:r>
              <a:rPr lang="ru-RU" dirty="0"/>
              <a:t>Более 15 различных проблем</a:t>
            </a:r>
          </a:p>
          <a:p>
            <a:pPr algn="ctr"/>
            <a:r>
              <a:rPr lang="ru-RU" dirty="0"/>
              <a:t>интерфейс</a:t>
            </a:r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r>
              <a:rPr lang="ru-RU" dirty="0"/>
              <a:t>Что буду делать</a:t>
            </a:r>
          </a:p>
          <a:p>
            <a:pPr algn="ctr"/>
            <a:r>
              <a:rPr lang="ru-RU" dirty="0"/>
              <a:t>Еще больше различных комбинаций и моделей оборудования  </a:t>
            </a:r>
          </a:p>
          <a:p>
            <a:pPr algn="ctr"/>
            <a:r>
              <a:rPr lang="ru-RU" dirty="0"/>
              <a:t>Интерфейс в командной строке </a:t>
            </a:r>
            <a:r>
              <a:rPr lang="ru-RU" dirty="0" err="1"/>
              <a:t>пайчарма</a:t>
            </a:r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B1B227E-F22C-9081-E7B3-CF11B5EF439A}"/>
              </a:ext>
            </a:extLst>
          </p:cNvPr>
          <p:cNvSpPr/>
          <p:nvPr/>
        </p:nvSpPr>
        <p:spPr>
          <a:xfrm>
            <a:off x="8220075" y="3429000"/>
            <a:ext cx="3971925" cy="34290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3 неделя</a:t>
            </a:r>
          </a:p>
          <a:p>
            <a:pPr algn="ctr"/>
            <a:r>
              <a:rPr lang="ru-RU" dirty="0"/>
              <a:t>Релиз и вероятное добавление </a:t>
            </a:r>
            <a:r>
              <a:rPr lang="ru-RU" dirty="0" err="1"/>
              <a:t>ии</a:t>
            </a:r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r>
              <a:rPr lang="ru-RU" dirty="0"/>
              <a:t>Что буду делать</a:t>
            </a:r>
          </a:p>
          <a:p>
            <a:pPr algn="ctr"/>
            <a:r>
              <a:rPr lang="ru-RU" dirty="0"/>
              <a:t>Выкладывать код в открытый доступ</a:t>
            </a:r>
          </a:p>
          <a:p>
            <a:pPr algn="ctr"/>
            <a:r>
              <a:rPr lang="ru-RU" dirty="0"/>
              <a:t>(платный его сделаю потом)</a:t>
            </a:r>
          </a:p>
          <a:p>
            <a:pPr algn="ctr"/>
            <a:r>
              <a:rPr lang="ru-RU" dirty="0"/>
              <a:t>Искать способы добавления </a:t>
            </a:r>
            <a:r>
              <a:rPr lang="ru-RU" dirty="0" err="1"/>
              <a:t>ии</a:t>
            </a:r>
            <a:r>
              <a:rPr lang="ru-RU" dirty="0"/>
              <a:t> в код</a:t>
            </a:r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3579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9B6C99-BA7B-7AFB-3B6B-562A35345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Планы после релиза: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0B7120-8C6B-B090-9976-74240D6423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Постараюсь добавить </a:t>
            </a:r>
            <a:r>
              <a:rPr lang="ru-RU" dirty="0" err="1"/>
              <a:t>ии</a:t>
            </a:r>
            <a:endParaRPr lang="ru-RU" dirty="0"/>
          </a:p>
          <a:p>
            <a:r>
              <a:rPr lang="ru-RU" dirty="0"/>
              <a:t>Сделаю контент платный</a:t>
            </a:r>
          </a:p>
          <a:p>
            <a:r>
              <a:rPr lang="ru-RU" dirty="0"/>
              <a:t>Сделаю пробною версию</a:t>
            </a:r>
          </a:p>
        </p:txBody>
      </p:sp>
    </p:spTree>
    <p:extLst>
      <p:ext uri="{BB962C8B-B14F-4D97-AF65-F5344CB8AC3E}">
        <p14:creationId xmlns:p14="http://schemas.microsoft.com/office/powerpoint/2010/main" val="1988937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1001F7-6CB1-C090-AAA0-6D9674F4F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всё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B704174-318D-3740-FA6E-7C8A43C17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всё</a:t>
            </a:r>
          </a:p>
          <a:p>
            <a:endParaRPr lang="ru-RU" dirty="0"/>
          </a:p>
          <a:p>
            <a:r>
              <a:rPr lang="ru-RU" dirty="0"/>
              <a:t>всё</a:t>
            </a:r>
          </a:p>
          <a:p>
            <a:endParaRPr lang="ru-RU" dirty="0"/>
          </a:p>
          <a:p>
            <a:r>
              <a:rPr lang="ru-RU" dirty="0"/>
              <a:t>всё</a:t>
            </a:r>
          </a:p>
          <a:p>
            <a:endParaRPr lang="ru-RU" dirty="0"/>
          </a:p>
          <a:p>
            <a:r>
              <a:rPr lang="ru-RU" dirty="0"/>
              <a:t>всё</a:t>
            </a:r>
          </a:p>
          <a:p>
            <a:endParaRPr lang="ru-RU" dirty="0"/>
          </a:p>
          <a:p>
            <a:r>
              <a:rPr lang="ru-RU" dirty="0"/>
              <a:t>всё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1789261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</Words>
  <Application>Microsoft Office PowerPoint</Application>
  <PresentationFormat>Широкоэкранный</PresentationFormat>
  <Paragraphs>51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Тема Office</vt:lpstr>
      <vt:lpstr>Проект ”следи за водокачкой”</vt:lpstr>
      <vt:lpstr>Основная информация &amp; спонсирование</vt:lpstr>
      <vt:lpstr>Возможные аналоги &amp; схема реализации</vt:lpstr>
      <vt:lpstr>Планы после релиза:</vt:lpstr>
      <vt:lpstr>всё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Пользователь Windows</dc:creator>
  <cp:lastModifiedBy>Пользователь Windows</cp:lastModifiedBy>
  <cp:revision>2</cp:revision>
  <dcterms:created xsi:type="dcterms:W3CDTF">2026-03-22T15:46:25Z</dcterms:created>
  <dcterms:modified xsi:type="dcterms:W3CDTF">2026-04-20T14:23:41Z</dcterms:modified>
</cp:coreProperties>
</file>